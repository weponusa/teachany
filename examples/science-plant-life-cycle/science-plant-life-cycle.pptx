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植物的一生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science · G3 · TeachAny v5.34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⚡ TeachAny · 互动课件 · PPTX 派生版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🌱 植物的一生 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你知道一粒小小的种子，是怎样长成一株大植物的吗？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老师把绿豆放在湿纸巾里，三天后……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你能把植物的一生按正确顺序排列吗？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（先想一想，等会儿我们一起来验证！）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🌰 猜一猜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老师把绿豆放在湿纸巾里，三天后……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你能把植物的一生按正确顺序排列吗？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（先想一想，等会儿我们一起来验证！）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🔍 探索：点击认识每个阶段！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植物的一生有 6 个重要阶段，点击下面的卡片，看看每个阶段发生了什么！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📖 学习：植物一生的 6 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1️⃣ 种子阶段 🫘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种子就像植物的"小宝宝"。它有坚硬的外壳保护着，里面藏着胚根、胚芽和营养物质。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🌡️ 需要：适宜的温度、水分、空气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😴 有趣：有些种子可以在土里"睡觉"很多年，遇到合适的条件才发芽！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2️⃣ 发芽阶段 🌱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种子"醒过来"了！胚根先长出来，向下扎进土里；然后胚芽向上，钻出地面。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🔍 你注意到了吗：先长根，再长芽——这样小苗才能站稳！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3️⃣ 幼苗阶段 🌿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小苗长出真叶了！它开始用阳光、水和空气"做食物"（光合作用）。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☀️ 这个阶段植物最需要阳光，不然会"变瘦"（徒长）。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📖 学习：植物一生的 6 个阶段（续）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4️⃣ 成熟阶段 🌳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植物长大了！茎变得粗壮，叶子茂密，准备好开花结果了。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🎮 练习：帮植物排排队！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把下面的阶段拖拽到正确的顺序位置（1=最开始，6=最后）。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🧠 挑战：植物部位的功能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每个部位都有自己的工作，来认识一下吧！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📝 小测验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1. 植物长大后，哪个部位负责"做食物"？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2. 蜜蜂来花里采蜜，对植物有什么好处？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🎉 恭喜你完成学习！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植物的一生是一个循环：种子 → 发芽 → 幼苗 → 长大 → 开花 → 结果 → 新的种子！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1. 为什么农民伯伯春天播种，秋天收获？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2. 如果你要种一盆花，你会怎样照顾它？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3. 你能找到生活中还有哪些植物的"一生"吗？（提示：水果、蔬菜……）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Microsoft YaHei"/>
              </a:rPr>
              <a:t>• 🌟 你已经掌握了植物一生的知识！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谢谢！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《植物的一生》 · TeachAny 互动课件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