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植物的一生</a:t>
            </a:r>
          </a:p>
          <a:p>
            <a:pPr algn="l"/>
            <a:r>
              <a:rPr sz="1800">
                <a:solidFill>
                  <a:srgbClr val="FFFFFF"/>
                </a:solidFill>
              </a:rPr>
              <a:t>science · G3 · TeachAny v5.34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52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</a:rPr>
              <a:t>⚡ TeachAny · 互动课件 · PPTX 派生版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谢谢！</a:t>
            </a:r>
          </a:p>
          <a:p>
            <a:pPr algn="ctr"/>
            <a:r>
              <a:rPr sz="1600">
                <a:solidFill>
                  <a:srgbClr val="FFFFFF"/>
                </a:solidFill>
              </a:rPr>
              <a:t>《植物的一生》 · TeachAny 互动课件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